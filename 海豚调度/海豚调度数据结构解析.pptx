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海豚调度数据结构解析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DolphinScheduler Workflow Data Structure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10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工作流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182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任务节点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3776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184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依赖关系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94944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</a:rPr>
              <a:t>6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</a:rPr>
              <a:t>任务类型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NC财务系统数据仓库调度方案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E8F4F8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processDefinition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id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工作流唯一标识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code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业务编码（如 170815861314545）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name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工作流名称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version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版本号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releaseState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ONLINE/OFFLINE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executionType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PARALLEL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locations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任务节点坐标 JSON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E8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taskDefinitionList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code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任务业务编码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name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任务名称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taskType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SHELL/DATAX/SQL/SWITCH...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taskParams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任务参数（脚本/SQL）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workerGroup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执行组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failRetryTimes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失败重试次数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timeoutFlag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 : 超时标记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926080"/>
            <a:ext cx="365760" cy="0"/>
          </a:xfrm>
          <a:prstGeom prst="line">
            <a:avLst/>
          </a:prstGeom>
          <a:noFill/>
          <a:ln w="25400">
            <a:solidFill>
              <a:srgbClr val="E1705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4348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7055"/>
                </a:solidFill>
              </a:rPr>
              <a:t>1:N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任务类型分布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737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数据抽取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→ ClickHouse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54864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Shell脚本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获取时间戳/循环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54864" cy="1737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SQL执行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建表/DDL/判断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173736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C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依赖检查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工作流起始节点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017520"/>
            <a:ext cx="54864" cy="1737360"/>
          </a:xfrm>
          <a:prstGeom prst="rect">
            <a:avLst/>
          </a:prstGeom>
          <a:solidFill>
            <a:srgbClr val="E17055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7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SUB_PROCESS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子流程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复用调度逻辑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017520"/>
            <a:ext cx="54864" cy="17373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条件分支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按时间/条件路由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数据流向架构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B2BEC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数据源层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/ NC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2011680"/>
            <a:ext cx="594360" cy="0"/>
          </a:xfrm>
          <a:prstGeom prst="line">
            <a:avLst/>
          </a:prstGeom>
          <a:noFill/>
          <a:ln w="19050">
            <a:solidFill>
              <a:srgbClr val="636E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77440" y="1188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抽取层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DataX / SHELL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2011680"/>
            <a:ext cx="594360" cy="0"/>
          </a:xfrm>
          <a:prstGeom prst="line">
            <a:avLst/>
          </a:prstGeom>
          <a:noFill/>
          <a:ln w="19050">
            <a:solidFill>
              <a:srgbClr val="636E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1188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清洗层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DWD / DWS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011680"/>
            <a:ext cx="594360" cy="0"/>
          </a:xfrm>
          <a:prstGeom prst="line">
            <a:avLst/>
          </a:prstGeom>
          <a:noFill/>
          <a:ln w="19050">
            <a:solidFill>
              <a:srgbClr val="636E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188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92440" y="2011680"/>
            <a:ext cx="594360" cy="0"/>
          </a:xfrm>
          <a:prstGeom prst="line">
            <a:avLst/>
          </a:prstGeom>
          <a:noFill/>
          <a:ln w="19050">
            <a:solidFill>
              <a:srgbClr val="636E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63840" y="11887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6C5CE7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帆软报表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3657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表名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ods_ia_detailledger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明细账(1张)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C5C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dim_material, dim_client, dim_supplier...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维度表(17张)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dwd_gl_balance, dwd_so_saleorder...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明细层(29张)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dws_ia_material_day_stock...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汇总层(7张)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ads_sales_profit_contribution_snap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应用层(1张)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依赖关系示例 — 1job-nc_sal_profit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00B89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1.1采购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物料报表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1.2价格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维护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25603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1.1-2采购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25603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1.3行价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快照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3840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1.4库存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0" y="3840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1.5折扣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77840" y="3840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1.6入库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快照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3716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DCB6E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2-1库存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77840" y="25603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DCB6E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2-2物料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日库存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23760" y="18288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17055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依赖节点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2-1,2-2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23760" y="32004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6C5CE7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销售利润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4400" y="2103120"/>
            <a:ext cx="1069848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3383280"/>
            <a:ext cx="1069848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2103120"/>
            <a:ext cx="0" cy="91440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2926080"/>
            <a:ext cx="365760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2926080"/>
            <a:ext cx="365760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4206240"/>
            <a:ext cx="365760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4206240"/>
            <a:ext cx="365760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1828800"/>
            <a:ext cx="274320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2880360"/>
            <a:ext cx="274320" cy="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2560320"/>
            <a:ext cx="0" cy="640080"/>
          </a:xfrm>
          <a:prstGeom prst="line">
            <a:avLst/>
          </a:prstGeom>
          <a:noFill/>
          <a:ln w="12700">
            <a:solidFill>
              <a:srgbClr val="636E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图例：</a:t>
            </a:r>
            <a:pPr indent="0" marL="0">
              <a:buNone/>
            </a:pPr>
            <a:r>
              <a:rPr lang="en-US" sz="900" dirty="0">
                <a:solidFill>
                  <a:srgbClr val="00B894"/>
                </a:solidFill>
              </a:rPr>
              <a:t>  ■ 开始  </a:t>
            </a:r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■ 数据抽取(DataX) 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■ 数据清洗(DWS)  </a:t>
            </a:r>
            <a:pPr indent="0" marL="0">
              <a:buNone/>
            </a:pPr>
            <a:r>
              <a:rPr lang="en-US" sz="900" dirty="0">
                <a:solidFill>
                  <a:srgbClr val="FDCB6E"/>
                </a:solidFill>
              </a:rPr>
              <a:t>■ 条件判断  </a:t>
            </a:r>
            <a:pPr indent="0" marL="0">
              <a:buNone/>
            </a:pPr>
            <a:r>
              <a:rPr lang="en-US" sz="900" dirty="0">
                <a:solidFill>
                  <a:srgbClr val="E17055"/>
                </a:solidFill>
              </a:rPr>
              <a:t>■ 子流程  </a:t>
            </a:r>
            <a:pPr indent="0" marL="0">
              <a:buNone/>
            </a:pPr>
            <a:r>
              <a:rPr lang="en-US" sz="900" dirty="0">
                <a:solidFill>
                  <a:srgbClr val="6C5CE7"/>
                </a:solidFill>
              </a:rPr>
              <a:t>■ 最终输出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调度策略与频率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07008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E170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07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1小时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dim-table_1h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高峰期1h抽取一次核心维度表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47088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E170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470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1小时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2job-nc_stock_1h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nc伪实时库存流水/月结/采购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487168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FDCB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87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2小时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1job-nc_sal_profit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销售利润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bom配方/销售订单/返利/折扣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27248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27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1-1job-dwd_so_saleorder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销售基础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销量销售额折扣成本基础表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767328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67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3job-FRdata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帆软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填报/预算/预测数据流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407408"/>
            <a:ext cx="1097280" cy="329184"/>
          </a:xfrm>
          <a:prstGeom prst="roundRect">
            <a:avLst>
              <a:gd name="adj" fmla="val 11111"/>
            </a:avLst>
          </a:prstGeom>
          <a:solidFill>
            <a:srgbClr val="00B89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074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3736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1-2job-dim_formula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389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周一0~1点执行配方产品快照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调度配置：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crontab: 0 15 0,7,8,9,10,11,12,13,14,15,16,17,18,19,20,21,23 * * ? *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| 失败策略: CONTINUE | 告警: FAILURE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工作流总览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2194560"/>
                <a:gridCol w="73152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工作流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描述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关系数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4job-nc_fin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nc财务数据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1job-nc_sal_profit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nc销售利润数据流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2-2sub-dws_ia_material_day_stock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物料日库存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2-1job-dwd_ia_monthnab_snap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库存月度结存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1-1job-dwd_so_saleorder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销量销售额折扣成本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0dim-table_1h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核心维度表1h抽取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9.0create_table_ddl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建表语句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170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3job-FRdata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帆软数据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2job-nc_stock_1h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nc伪实时库存1h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1-2job-dim_formula_product_snap_1w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配方产品周快照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8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8F4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总计：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10个工作流 | 182个任务节点 | 184个依赖关系 | 9个ONLINE / 1个OFFLINE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海豚调度数据结构解析</dc:title>
  <dc:subject>PptxGenJS Presentation</dc:subject>
  <dc:creator>CaiQingsong</dc:creator>
  <cp:lastModifiedBy>CaiQingsong</cp:lastModifiedBy>
  <cp:revision>1</cp:revision>
  <dcterms:created xsi:type="dcterms:W3CDTF">2026-05-14T09:35:00Z</dcterms:created>
  <dcterms:modified xsi:type="dcterms:W3CDTF">2026-05-14T09:35:00Z</dcterms:modified>
</cp:coreProperties>
</file>